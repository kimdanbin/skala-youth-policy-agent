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3"/>
                </a:solidFill>
                <a:latin typeface="+mn-lt"/>
              </a:rPr>
              <a:t>LLM-as-a-Judge 점수 (gpt-4o, 1~5점, 원문 쪽 제공)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(단순 RAG)</c:v>
                </c:pt>
              </c:strCache>
            </c:strRef>
          </c:tx>
          <c:spPr>
            <a:solidFill>
              <a:srgbClr val="B9C4C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정확성</c:v>
                  </c:pt>
                  <c:pt idx="1">
                    <c:v>근거성</c:v>
                  </c:pt>
                  <c:pt idx="2">
                    <c:v>유용성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</c:v>
                </c:pt>
                <c:pt idx="1">
                  <c:v>3.8</c:v>
                </c:pt>
                <c:pt idx="2">
                  <c:v>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(멀티 에이전트)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정확성</c:v>
                  </c:pt>
                  <c:pt idx="1">
                    <c:v>근거성</c:v>
                  </c:pt>
                  <c:pt idx="2">
                    <c:v>유용성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4.5</c:v>
                </c:pt>
                <c:pt idx="1">
                  <c:v>4.6</c:v>
                </c:pt>
                <c:pt idx="2">
                  <c:v>4.7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D5DE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광주 2반 김단빈입니다. 제 나이와 사는 곳을 말하면, 지금 신청할 수 있는 청년정책을 근거와 함께 알려주는 AI 에이전트를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청년정책은 온통청년에만 3,472개가 있고 조건이 다 다릅니다. 처음 만든 단순 RAG는 기준을 반만 말하거나, 날짜를 몰라 나이를 틀리고, 끝난 사업을 받을 수 있다고 안내했습니다.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조건에 맞는 정책 찾기, 제도 기준 설명, 마감 안내와 대안, 되묻기, 근거 표시를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Supervisor가 질문을 보고 다섯 경로 중 하나를 고르고, 둘 다 필요하면 정책조회와 문서검색 에이전트를 동시에 돌립니다. 결과가 부족하면 실패한 쪽만 다시 실행합니다. 원칙은 판단은 LLM, 정확해야 하는 일은 코드입니다.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LangGraph 노드 일곱 개로 만들었고, LLM이 계획 칸을 비우면 코드가 채웁니다. 재계획, 재검색, 단계 수, 시간에 모두 상한을 둬서 무한 반복을 막았습니다.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서버에는 도구 4개, 자료 1개, 프롬프트 1개를 두었습니다. 나이 계산과 지역 코드 판단은 도구가 해서, 기관명으론 0건이던 '전주' 검색을 해결했습니다.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공고문 기준표가 한 줄로 풀려서 표를 표로 추출했는데, 맥의 PDF 라이브러리가 1.22억을 122억으로 바꾸는 문제가 있어 숫자가 사라지면 되돌리는 안전장치를 넣었습니다.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돌려 보니 마감 판단, 쪽수, 지역 표시를 LLM이 자주 틀려서 이런 일은 코드로 옮겼습니다. 가장 크게 배운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부품을 주입식으로 만들어 테스트 69개가 2초 만에 돌고, LangSmith로 실행을 추적했습니다.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모델로 10문항을 비교하니 필수 사실 포함률이 69%에서 94%로, 채점 점수도 모두 올랐습니다. 대신 시간은 1.7초에서 5초로 늘었습니다. 채점 LLM의 실수도 있어서 코드 채점을 우선했습니다.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화면입니다. 원본과 같은 기준을 보여주고, 마감은 코드가 판단하고, 출처와 경로가 아래 나옵니다. (여유 있으면 화면 공유로 질문 하나 시연)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한계는 흐름 밖 질문에 덜 유연하고, 원가구 기준을 아직 가끔 빠뜨린다는 점입니다. 다음엔 스트리밍과 대화 맥락을 넣고 싶습니다.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0000"/>
                  </a:schemeClr>
                </a:solidFill>
              </a:rPr>
              <a:t>SKALA 4기 광주 2반 · 김단빈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jpe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571" y="12783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청년정책 안내 AI 에이전트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내 상황을 말하면, 지금 신청할 수 있는 정책을 근거와 함께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Supervisor 멀티 에이전트 · LangGraph · MCP · RAG · LLM-as-a-Judge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846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SKALA 4기 광주 2반 · G038 · 김단빈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AI 서비스 개발 Mini-project · 2026.10.22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github.com/kimdanbin/skala-youth-policy-agent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정책은 많고, 조건은 복잡하다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0" cy="4480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chemeClr val="bg1"/>
                </a:solidFill>
              </a:rPr>
              <a:t>3,472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온통청년에 등록된 청년정책 수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정책마다 대상 나이·지역·신청 기간·소득 기준이 다르고, 공고문 PDF는 길고 표가 많다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처음 만든 단순 RAG 챗봇이 실제로 틀린 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97680" y="1965960"/>
            <a:ext cx="73152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219456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7156" y="2345436"/>
            <a:ext cx="384048" cy="38404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40680" y="21214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기준을 반만 말함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24963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"청년월세 소득 기준?" → 청년가구 60%만 답하고 원가구 100%는 빠뜨림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97680" y="3291840"/>
            <a:ext cx="73152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26280" y="352044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367131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40680" y="34472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날짜를 모름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40680" y="382219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2002년생을 "21세", "19세"로 계산 / 5월에 끝난 사업을 "받을 수 있다"고 안내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297680" y="4617720"/>
            <a:ext cx="73152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26280" y="484632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156" y="499719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440680" y="47731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되묻지 않음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440680" y="51480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"나 받을 수 있는 거 있어?" → 상관없는 특정 대상 프로그램을 설명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상황을 말하면 찾아주고, 근거를 보여준다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83245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조건 맞춤 정책 찾기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출생 연도·지역(시군구)·분야로 3,472개 중 지금 신청 가능한 정책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41732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8" y="183245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제도 세부 기준 설명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청년월세·청년내일저축계좌·청년정책집 PDF의 소득·재산·기간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46720" y="141732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58" y="183245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마감 안내와 대안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모집이 끝났으면 "올해 모집은 끝났어요" + 지금 가능한 비슷한 정책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7947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4209898"/>
            <a:ext cx="358445" cy="35844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되묻기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166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정보가 없으면 추측하지 않고 출생 연도·지역·관심 분야를 물어봄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297680" y="37947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0" y="406908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818" y="4209898"/>
            <a:ext cx="358445" cy="35844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7200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근거 표시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5166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실제 검색된 문서 쪽·정책명, 지나간 경로·LLM 호출 수·시간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046720" y="37947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21040" y="406908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4209898"/>
            <a:ext cx="358445" cy="35844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2104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안전한 실패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166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오류가 나도 안내 문구, 원인은 서버 로그에만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Supervisor가 계획하고, 두 에이전트가 동시에 일한다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880360"/>
            <a:ext cx="14173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2880360"/>
            <a:ext cx="119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사용자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Vue 채팅 화면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48840" y="2880360"/>
            <a:ext cx="14173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58568" y="2880360"/>
            <a:ext cx="119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FastAPI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/chat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86200" y="2697480"/>
            <a:ext cx="187452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95928" y="2697480"/>
            <a:ext cx="16550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Supervisor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계획 (구조화 출력 + 코드 보정)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MCP Resource: catalog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21488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3368" y="1463040"/>
            <a:ext cx="19293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정책조회 에이전트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MCP Tool: calc_age ·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resolve_region · find_policies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4023360"/>
            <a:ext cx="21488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73368" y="4023360"/>
            <a:ext cx="19293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문서검색 에이전트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RAG (Chroma 148조각)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LLM 채점 → 재검색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86200" y="4572000"/>
            <a:ext cx="18745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95928" y="457200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바로 답변 · 되묻기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LLM 1회, 1~2초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15400" y="2880360"/>
            <a:ext cx="128016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25128" y="2880360"/>
            <a:ext cx="1060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검토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review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469880" y="2880360"/>
            <a:ext cx="13258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79608" y="2880360"/>
            <a:ext cx="1106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답변 작성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MCP Prompt 규칙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74520" y="3310128"/>
            <a:ext cx="274320" cy="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66160" y="3310128"/>
            <a:ext cx="320040" cy="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5760720" y="2057400"/>
            <a:ext cx="502920" cy="91440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760720" y="3657600"/>
            <a:ext cx="502920" cy="91440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18888" y="3931920"/>
            <a:ext cx="0" cy="64008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412480" y="2057400"/>
            <a:ext cx="502920" cy="100584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8412480" y="3566160"/>
            <a:ext cx="502920" cy="100584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195560" y="3310128"/>
            <a:ext cx="274320" cy="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263640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both면 동시 실행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732520" y="4069080"/>
            <a:ext cx="30632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69680" y="413308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동적 재계획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결과가 부족하면 LLM이 계획을 고쳐 실패한 에이전트만 다시 (최대 1회)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31089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45720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경로 5가지: chat · clarify · policy · doc · both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설계 원칙: 판단(계획·채점·재계획·문장)은 LLM, 정확해야 하는 실행·검증(나이·지역·날짜·필터)은 코드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LangGraph로 만든 멀티 에이전트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45262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78673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Supervisor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질문 분석 → Plan(경로·나이·지역·키워드·검색어) 구조화 출력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LLM이 비운 칸은 코드가 질문에서 채움 (qwen3: 6개 중 키워드 4번)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LLM 실패 시 규칙 기반 계획으로 대체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1371600"/>
            <a:ext cx="3474720" cy="45262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6459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8" y="178673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서브에이전트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51460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정책조회: 0건이면 키워드 → 분야 → 키워드 없음 순으로 스스로 넓힘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문서검색: 조각이 충분한지 LLM이 채점, 부족하면 더 구체적인 검색어로 재검색 (Corrective RAG)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두 에이전트 병렬 실행, 결과는 reducer로 합침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46720" y="1371600"/>
            <a:ext cx="3474720" cy="45262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21040" y="16459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58" y="178673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982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멈추는 장치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51460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재계획 최대 1회 · 문서 재검색 최대 2회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그래프 전체 25단계 · 질문당 300초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모든 예외는 안내 문구로 (내부 오류 숨김)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MCP 서버: 도구 · 자료 · 규칙을 한 곳에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75488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Tool 4개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코드가 정확하게 계산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get_today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오늘 날짜 (테스트는 FAKE_TODAY로 고정)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calc_age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생년만 알면 만 23~24세처럼 범위로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resolve_region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"전주" → 시군구 법정동 코드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find_policies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나이·지역·키워드·신청 상태로 3,472개 검색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2926080" cy="45262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Resource 1개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Supervisor가 참고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260604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policy://catalog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데이터 기준일, 분야 목록, 상태별 정책 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1371600"/>
            <a:ext cx="3017520" cy="45262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Prompt 1개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답변 규칙을 서버에서 관리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260604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policy_answer_prompt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규칙 9개: 지어내지 않기, 정보 없으면 자격 단정 금지, 마감 표시, 대안 안내, 여러 기준 모두 쓰기 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RAG: 표를 표로 읽어야 기준이 안 섞인다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64592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1732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PDF 3종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79쪽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94560" y="1920240"/>
            <a:ext cx="246888" cy="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41448" y="1417320"/>
            <a:ext cx="1645920" cy="10058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14600" y="141732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표 → 마크다운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(칸 구조 보존)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87368" y="1920240"/>
            <a:ext cx="246888" cy="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34256" y="1417320"/>
            <a:ext cx="164592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07408" y="141732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500자 청킹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148조각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0176" y="1920240"/>
            <a:ext cx="246888" cy="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27064" y="1417320"/>
            <a:ext cx="164592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0216" y="141732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bge-m3 임베딩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Chroma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72984" y="1920240"/>
            <a:ext cx="246888" cy="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19872" y="1417320"/>
            <a:ext cx="164592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93024" y="141732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사업명 필터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검색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765792" y="1920240"/>
            <a:ext cx="246888" cy="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12680" y="1417320"/>
            <a:ext cx="164592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85832" y="141732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LLM 채점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→ 재검색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53949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Before: 표가 한 줄로 풀림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3375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ⓓ재산가액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1.22억원 이하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4.7억원 이하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어느 칸이 청년가구·원가구인지 사라짐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답변이 원가구 기준을 계속 빠뜨림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2743200"/>
            <a:ext cx="53949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After: 칸 구조 보존 + 숫자 안전장치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337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구분 | ⓐ청년가구 | ⓑ원가구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ⓓ재산가액 | 1.22억원 이하 | 4.7억원 이하 |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42062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맥의 PyMuPDF 2.0은 표 칸을 읽을 때 "1.22억" → "122억"으로 소수점을 밀어냄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칸 위치만 쓰고 글자는 다시 읽음 + 원래 숫자가 하나라도 사라지면 표 변환 취소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직접 돌려 보고 찾은 문제, LLM 대신 코드로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실제 실행에서 본 문제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343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원인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452360" y="1325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해결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373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마감된 모집을 신청 가능한 것처럼 안내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373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날짜 비교를 작은 LLM이 자주 틀림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173736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코드가 신청 기간 3가지 형식을 찾아 오늘과 비교 → 사실 목록에 [기간 확인] (근무 기간은 제외)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57860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본문 쪽수 4개가 모두 틀림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57860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어느 숫자가 어느 쪽인지 추적 못 함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257860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본문 쪽수 제거, 출처는 코드가 실제 검색 결과로 표시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419856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"전주시 공고 기준"을 자주 빠뜨림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3419856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규칙으로 시켜도 두 모델 모두 누락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341985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지역 공고 문서를 썼는데 표시가 없으면 코드가 한 줄 덧붙임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261104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261104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월세 질문에 신생아 특례 대출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4261104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같은 분야(전월세)로 걸림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426110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질문에 없는 특정 대상(신생아·신혼 등) 전용 정책은 뒤로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102352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10235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정보 없이 "해당될 가능성이 높아요"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510235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답변 규칙이 그 문장을 쓰라고 되어 있었음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510235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사용자가 밝힌 정보로만 가늠, 없으면 되묻기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교체 가능한 부품과 69개 테스트, 그리고 추적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9319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69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4173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단위 테스트 (2초, LLM·DB 불필요)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9319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803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8803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LLM 전환: OpenAI ↔ Ollama (.env 한 줄)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39319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3434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7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43434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LangGraph 노드, 부품은 Deps(llm·mcp·search)로 주입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17320"/>
            <a:ext cx="6858000" cy="329184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754880" y="4800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LangSmith: 질문마다 노드·LLM·도구 호출을 트리로 기록 (서비스 · 평가 프로젝트 분리)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52578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테스트 범위: MCP 도구, 그래프 경로·재계획 한도, 신청 기간 계산, 표 추출(전 페이지 숫자 보존), API, 평가 채점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Before / After: 같은 모델, 같은 질문 10개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필수 사실 포함률 (코드 채점)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4"/>
                </a:solidFill>
              </a:rPr>
              <a:t>69%</a:t>
            </a:r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  →  </a:t>
            </a:r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94%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원본 PDF에서 확인한 정답 기준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365760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7033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경로 판단 정확도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370332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100%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365760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4348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평균 시간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43484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1.7초 → 5.0초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365760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1663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LLM 호출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516636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1회 → 2.8회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480560" y="1371600"/>
          <a:ext cx="71323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480560" y="53949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채점 LLM도 틀린다: "2026년은 틀린 연도", "1억 2천2백만원 ≠ 1.22억" → 오늘 날짜·원문을 주고 더 강한 모델로 채점, 코드 채점을 우선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실제 화면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44897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704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"청년월세 받으려면 소득 기준이 어떻게 돼?" (로컬 qwen3 실행)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818120" y="141732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879" y="154807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4964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원본과 일치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549640" y="17099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청년가구 60%(153.8만원) · 원가구 100%(535.9만원)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818120" y="260604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879" y="2736799"/>
            <a:ext cx="332842" cy="33284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54964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마감을 코드가 판단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549640" y="28986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3/30~5/29 → "올해 모집은 끝났어요"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818120" y="379476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879" y="3925519"/>
            <a:ext cx="332842" cy="33284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54964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출처 · 경로 · 시간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8549640" y="4087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실제 검색된 쪽, supervisor → doc_agent → review → write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4937760"/>
            <a:ext cx="3794760" cy="61264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818120" y="55961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서버 시작 시 MCP 서버를 한 번 연결해 재사용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한계와 다음 단계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한계 · 트레이드오프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3291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정해진 흐름(workflow형): 안정적이지만 흐름 밖 질문엔 덜 유연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"재산 기준"에 원가구 4.7억을 아직 빠뜨리는 경우 (94%의 나머지)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LLM 채점은 실행마다 흔들림, 질문 10개는 작음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PDF 3종, 청년월세는 전주시 공고만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다음 단계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2103120"/>
            <a:ext cx="3291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답변 스트리밍, 대화 맥락 기억 ("그럼 서울이면?")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정책조회를 ReAct(LLM이 도구 선택)로 바꿔 비교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지역별 공고 추가, 정책 데이터 자동 갱신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평가 질문 확대 · 반복 실행 평균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배운 점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103120"/>
            <a:ext cx="3291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LLM에게 규칙을 더 쓰는 것보다, 정확해야 하는 일은 코드로 옮기는 게 확실했다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실제 데이터·실제 모델로 돌려 봐야 문제가 보인다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(소감 직접 작성)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outh Policy">
  <a:themeElements>
    <a:clrScheme name="Youth Policy">
      <a:dk1>
        <a:srgbClr val="1F2933"/>
      </a:dk1>
      <a:lt1>
        <a:srgbClr val="FFFFFF"/>
      </a:lt1>
      <a:dk2>
        <a:srgbClr val="0F4C5C"/>
      </a:dk2>
      <a:lt2>
        <a:srgbClr val="E8F3F1"/>
      </a:lt2>
      <a:accent1>
        <a:srgbClr val="0F4C5C"/>
      </a:accent1>
      <a:accent2>
        <a:srgbClr val="E36414"/>
      </a:accent2>
      <a:accent3>
        <a:srgbClr val="5B8E7D"/>
      </a:accent3>
      <a:accent4>
        <a:srgbClr val="9AC1B8"/>
      </a:accent4>
      <a:accent5>
        <a:srgbClr val="B9C4C9"/>
      </a:accent5>
      <a:accent6>
        <a:srgbClr val="F4A261"/>
      </a:accent6>
      <a:hlink>
        <a:srgbClr val="0F4C5C"/>
      </a:hlink>
      <a:folHlink>
        <a:srgbClr val="5B8E7D"/>
      </a:folHlink>
    </a:clrScheme>
    <a:fontScheme name="Youth Policy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청년정책 안내 AI 에이전트</dc:title>
  <dc:subject>PptxGenJS Presentation</dc:subject>
  <dc:creator>김단빈</dc:creator>
  <cp:lastModifiedBy>김단빈</cp:lastModifiedBy>
  <cp:revision>1</cp:revision>
  <dcterms:created xsi:type="dcterms:W3CDTF">2026-10-22T01:06:37Z</dcterms:created>
  <dcterms:modified xsi:type="dcterms:W3CDTF">2026-10-22T01:06:37Z</dcterms:modified>
</cp:coreProperties>
</file>